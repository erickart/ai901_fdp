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D3EE"/>
                </a:solidFill>
              </a:rPr>
              <a:t>DAY 6 · 10-Jul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Rapid Revision, Exam Traps
&amp; Mock Certification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A7B0C8"/>
                </a:solidFill>
              </a:rPr>
              <a:t>Memory sheets · decision tree · 50-question mock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Top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temperature/top_p = randomness · max_tokens = length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Reliability &amp; Safety (system) ≠ Accountability (people)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Code references the </a:t>
            </a:r>
            <a:r>
              <a:rPr sz="2000" b="1">
                <a:solidFill>
                  <a:srgbClr val="FFFFFF"/>
                </a:solidFill>
              </a:rPr>
              <a:t>deployment name</a:t>
            </a:r>
            <a:r>
              <a:rPr sz="2000" b="0">
                <a:solidFill>
                  <a:srgbClr val="E8ECF8"/>
                </a:solidFill>
              </a:rPr>
              <a:t>, not the base model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Rules/grounding → </a:t>
            </a:r>
            <a:r>
              <a:rPr sz="2000" b="1">
                <a:solidFill>
                  <a:srgbClr val="FFFFFF"/>
                </a:solidFill>
              </a:rPr>
              <a:t>system</a:t>
            </a:r>
            <a:r>
              <a:rPr sz="2000" b="0">
                <a:solidFill>
                  <a:srgbClr val="E8ECF8"/>
                </a:solidFill>
              </a:rPr>
              <a:t> message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Multimodal *understands* · image/video-gen *create*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Agent uses tools &amp; acts; chat = text-in/text-out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Structured extraction from files → </a:t>
            </a:r>
            <a:r>
              <a:rPr sz="2000" b="1">
                <a:solidFill>
                  <a:srgbClr val="FFFFFF"/>
                </a:solidFill>
              </a:rPr>
              <a:t>Content Understanding + field schema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Grounding/RAG fixes hallucination (not higher temperature)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Memory 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F3D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</a:rPr>
              <a:t>Concepts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F.R.I.T.A.P. (6 principles)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token · embedding · transformer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temp/top_p=random · max_tokens=length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Deploy: Standard/GlobalStd/PTU/Batch/Serverless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120640" cy="4754880"/>
          </a:xfrm>
          <a:prstGeom prst="roundRect">
            <a:avLst/>
          </a:prstGeom>
          <a:solidFill>
            <a:srgbClr val="161F3D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</a:rPr>
              <a:t>Foundry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Hub → Project → Deployment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messages→choices[0].message.content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agent→thread→message→run→read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Content Understanding: analyzer + field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Decision tree (say it out 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Create content? → text=generative · image=image-gen · video=video-gen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Act with tools / multi-step? → </a:t>
            </a:r>
            <a:r>
              <a:rPr sz="2000" b="1">
                <a:solidFill>
                  <a:srgbClr val="FFFFFF"/>
                </a:solidFill>
              </a:rPr>
              <a:t>agent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Understand image/audio? → </a:t>
            </a:r>
            <a:r>
              <a:rPr sz="2000" b="1">
                <a:solidFill>
                  <a:srgbClr val="FFFFFF"/>
                </a:solidFill>
              </a:rPr>
              <a:t>multimodal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audio→text = STT · text→audio = TTS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Analyze text? → text analysis · Fields from files? → </a:t>
            </a:r>
            <a:r>
              <a:rPr sz="2000" b="1">
                <a:solidFill>
                  <a:srgbClr val="FFFFFF"/>
                </a:solidFill>
              </a:rPr>
              <a:t>Content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Mock Certification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50 questions · 60 minutes · closed book</a:t>
            </a:r>
            <a:r>
              <a:rPr sz="2000" b="0">
                <a:solidFill>
                  <a:srgbClr val="E8ECF8"/>
                </a:solidFill>
              </a:rPr>
              <a:t> · pass ≈ 35/50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Read 'choose TWO/THREE' carefully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Name the capability first, then the Foundry way to build it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Flag &amp; return to hard items — don't stall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Sandbox the exam UI first: aka.ms/examdemo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Review </a:t>
            </a:r>
            <a:r>
              <a:rPr sz="2000" b="1">
                <a:solidFill>
                  <a:srgbClr val="FFFFFF"/>
                </a:solidFill>
              </a:rPr>
              <a:t>every</a:t>
            </a:r>
            <a:r>
              <a:rPr sz="2000" b="0">
                <a:solidFill>
                  <a:srgbClr val="E8ECF8"/>
                </a:solidFill>
              </a:rPr>
              <a:t> answer together afterwards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D3EE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You're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A7B0C8"/>
                </a:solidFill>
              </a:rPr>
              <a:t>Register with a personal Microsoft account · pass = 700/1000 · cert never expires.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